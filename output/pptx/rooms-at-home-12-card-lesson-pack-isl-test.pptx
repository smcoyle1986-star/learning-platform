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701002323045a9" /><Relationship Type="http://schemas.openxmlformats.org/officeDocument/2006/relationships/extended-properties" Target="/docProps/app.xml" Id="R39b859c9d1bb42a5" /><Relationship Type="http://schemas.openxmlformats.org/officeDocument/2006/relationships/officeDocument" Target="/ppt/presentation.xml" Id="R6aff8e2f7df64a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9713456a7488b"/>
  </p:sldMasterIdLst>
  <p:notesMasterIdLst>
    <p:notesMasterId xmlns:r="http://schemas.openxmlformats.org/officeDocument/2006/relationships" r:id="R40f2cad246904ca0"/>
  </p:notesMasterIdLst>
  <p:sldIdLst>
    <p:sldId xmlns:r="http://schemas.openxmlformats.org/officeDocument/2006/relationships" id="256" r:id="R298010f803df4287"/>
    <p:sldId xmlns:r="http://schemas.openxmlformats.org/officeDocument/2006/relationships" id="257" r:id="R13c15b686e6d4671"/>
    <p:sldId xmlns:r="http://schemas.openxmlformats.org/officeDocument/2006/relationships" id="258" r:id="Raedd67ba58cd43fd"/>
    <p:sldId xmlns:r="http://schemas.openxmlformats.org/officeDocument/2006/relationships" id="259" r:id="R0db9e14977c7401e"/>
    <p:sldId xmlns:r="http://schemas.openxmlformats.org/officeDocument/2006/relationships" id="260" r:id="Ra5e94e4c2b894345"/>
    <p:sldId xmlns:r="http://schemas.openxmlformats.org/officeDocument/2006/relationships" id="261" r:id="R70c767219bec4b46"/>
    <p:sldId xmlns:r="http://schemas.openxmlformats.org/officeDocument/2006/relationships" id="262" r:id="R49c3d3dc4fc64766"/>
    <p:sldId xmlns:r="http://schemas.openxmlformats.org/officeDocument/2006/relationships" id="263" r:id="R038a3c0656a84bc7"/>
    <p:sldId xmlns:r="http://schemas.openxmlformats.org/officeDocument/2006/relationships" id="264" r:id="R9c7ae284f0bb4c91"/>
    <p:sldId xmlns:r="http://schemas.openxmlformats.org/officeDocument/2006/relationships" id="265" r:id="R14ef79acd365491d"/>
    <p:sldId xmlns:r="http://schemas.openxmlformats.org/officeDocument/2006/relationships" id="266" r:id="R57bbaab10e6f4697"/>
    <p:sldId xmlns:r="http://schemas.openxmlformats.org/officeDocument/2006/relationships" id="267" r:id="R42af2e0807ea4aa4"/>
    <p:sldId xmlns:r="http://schemas.openxmlformats.org/officeDocument/2006/relationships" id="268" r:id="R3ac1f1d87b2340dc"/>
    <p:sldId xmlns:r="http://schemas.openxmlformats.org/officeDocument/2006/relationships" id="269" r:id="R596aacc452694aa2"/>
    <p:sldId xmlns:r="http://schemas.openxmlformats.org/officeDocument/2006/relationships" id="270" r:id="R2ae03cedce1c4b1c"/>
    <p:sldId xmlns:r="http://schemas.openxmlformats.org/officeDocument/2006/relationships" id="271" r:id="R73c9dcb37e1e46b5"/>
    <p:sldId xmlns:r="http://schemas.openxmlformats.org/officeDocument/2006/relationships" id="272" r:id="R3b73125d139d4f91"/>
    <p:sldId xmlns:r="http://schemas.openxmlformats.org/officeDocument/2006/relationships" id="273" r:id="R0d0e3b7881924cec"/>
    <p:sldId xmlns:r="http://schemas.openxmlformats.org/officeDocument/2006/relationships" id="274" r:id="R5c4729190ef24c2a"/>
    <p:sldId xmlns:r="http://schemas.openxmlformats.org/officeDocument/2006/relationships" id="275" r:id="Rdedf07854c104a3b"/>
    <p:sldId xmlns:r="http://schemas.openxmlformats.org/officeDocument/2006/relationships" id="276" r:id="R79056debbf104a90"/>
    <p:sldId xmlns:r="http://schemas.openxmlformats.org/officeDocument/2006/relationships" id="277" r:id="Rf591d1c98e994b01"/>
    <p:sldId xmlns:r="http://schemas.openxmlformats.org/officeDocument/2006/relationships" id="278" r:id="Re903e39d26734de4"/>
    <p:sldId xmlns:r="http://schemas.openxmlformats.org/officeDocument/2006/relationships" id="279" r:id="Rd1a8d6fe84dd4e3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8944fa5ce4274" /><Relationship Type="http://schemas.openxmlformats.org/officeDocument/2006/relationships/slideMaster" Target="/ppt/slideMasters/slideMaster1.xml" Id="Rd9a9713456a7488b" /><Relationship Type="http://schemas.openxmlformats.org/officeDocument/2006/relationships/notesMaster" Target="/ppt/notesMasters/notesMaster1.xml" Id="R40f2cad246904ca0" /><Relationship Type="http://schemas.openxmlformats.org/officeDocument/2006/relationships/presProps" Target="/ppt/presProps.xml" Id="Rea4a71d18eec4c9a" /><Relationship Type="http://schemas.openxmlformats.org/officeDocument/2006/relationships/tableStyles" Target="/ppt/tableStyles.xml" Id="R1237910562a043e3" /><Relationship Type="http://schemas.openxmlformats.org/officeDocument/2006/relationships/slide" Target="/ppt/slides/slide1.xml" Id="R298010f803df4287" /><Relationship Type="http://schemas.openxmlformats.org/officeDocument/2006/relationships/slide" Target="/ppt/slides/slide2.xml" Id="R13c15b686e6d4671" /><Relationship Type="http://schemas.openxmlformats.org/officeDocument/2006/relationships/slide" Target="/ppt/slides/slide3.xml" Id="Raedd67ba58cd43fd" /><Relationship Type="http://schemas.openxmlformats.org/officeDocument/2006/relationships/slide" Target="/ppt/slides/slide4.xml" Id="R0db9e14977c7401e" /><Relationship Type="http://schemas.openxmlformats.org/officeDocument/2006/relationships/slide" Target="/ppt/slides/slide5.xml" Id="Ra5e94e4c2b894345" /><Relationship Type="http://schemas.openxmlformats.org/officeDocument/2006/relationships/slide" Target="/ppt/slides/slide6.xml" Id="R70c767219bec4b46" /><Relationship Type="http://schemas.openxmlformats.org/officeDocument/2006/relationships/slide" Target="/ppt/slides/slide7.xml" Id="R49c3d3dc4fc64766" /><Relationship Type="http://schemas.openxmlformats.org/officeDocument/2006/relationships/slide" Target="/ppt/slides/slide8.xml" Id="R038a3c0656a84bc7" /><Relationship Type="http://schemas.openxmlformats.org/officeDocument/2006/relationships/slide" Target="/ppt/slides/slide9.xml" Id="R9c7ae284f0bb4c91" /><Relationship Type="http://schemas.openxmlformats.org/officeDocument/2006/relationships/slide" Target="/ppt/slides/slide10.xml" Id="R14ef79acd365491d" /><Relationship Type="http://schemas.openxmlformats.org/officeDocument/2006/relationships/slide" Target="/ppt/slides/slide11.xml" Id="R57bbaab10e6f4697" /><Relationship Type="http://schemas.openxmlformats.org/officeDocument/2006/relationships/slide" Target="/ppt/slides/slide12.xml" Id="R42af2e0807ea4aa4" /><Relationship Type="http://schemas.openxmlformats.org/officeDocument/2006/relationships/slide" Target="/ppt/slides/slide13.xml" Id="R3ac1f1d87b2340dc" /><Relationship Type="http://schemas.openxmlformats.org/officeDocument/2006/relationships/slide" Target="/ppt/slides/slide14.xml" Id="R596aacc452694aa2" /><Relationship Type="http://schemas.openxmlformats.org/officeDocument/2006/relationships/slide" Target="/ppt/slides/slide15.xml" Id="R2ae03cedce1c4b1c" /><Relationship Type="http://schemas.openxmlformats.org/officeDocument/2006/relationships/slide" Target="/ppt/slides/slide16.xml" Id="R73c9dcb37e1e46b5" /><Relationship Type="http://schemas.openxmlformats.org/officeDocument/2006/relationships/slide" Target="/ppt/slides/slide17.xml" Id="R3b73125d139d4f91" /><Relationship Type="http://schemas.openxmlformats.org/officeDocument/2006/relationships/slide" Target="/ppt/slides/slide18.xml" Id="R0d0e3b7881924cec" /><Relationship Type="http://schemas.openxmlformats.org/officeDocument/2006/relationships/slide" Target="/ppt/slides/slide19.xml" Id="R5c4729190ef24c2a" /><Relationship Type="http://schemas.openxmlformats.org/officeDocument/2006/relationships/slide" Target="/ppt/slides/slide20.xml" Id="Rdedf07854c104a3b" /><Relationship Type="http://schemas.openxmlformats.org/officeDocument/2006/relationships/slide" Target="/ppt/slides/slide21.xml" Id="R79056debbf104a90" /><Relationship Type="http://schemas.openxmlformats.org/officeDocument/2006/relationships/slide" Target="/ppt/slides/slide22.xml" Id="Rf591d1c98e994b01" /><Relationship Type="http://schemas.openxmlformats.org/officeDocument/2006/relationships/slide" Target="/ppt/slides/slide23.xml" Id="Re903e39d26734de4" /><Relationship Type="http://schemas.openxmlformats.org/officeDocument/2006/relationships/slide" Target="/ppt/slides/slide24.xml" Id="Rd1a8d6fe84dd4e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f9b08f210f45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f0350066d5454e" /><Relationship Type="http://schemas.openxmlformats.org/officeDocument/2006/relationships/notesMaster" Target="/ppt/notesMasters/notesMaster1.xml" Id="R1109ac391607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b2e4c8eb64aed" /><Relationship Type="http://schemas.openxmlformats.org/officeDocument/2006/relationships/notesMaster" Target="/ppt/notesMasters/notesMaster1.xml" Id="R3a988318f3314e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5977ff6b149b9" /><Relationship Type="http://schemas.openxmlformats.org/officeDocument/2006/relationships/notesMaster" Target="/ppt/notesMasters/notesMaster1.xml" Id="R5d56ae62e0b44c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1f69d09884b7c" /><Relationship Type="http://schemas.openxmlformats.org/officeDocument/2006/relationships/notesMaster" Target="/ppt/notesMasters/notesMaster1.xml" Id="R423e53dc65c24e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2c2e2b1d047fd" /><Relationship Type="http://schemas.openxmlformats.org/officeDocument/2006/relationships/notesMaster" Target="/ppt/notesMasters/notesMaster1.xml" Id="R663ac49393a744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17528746114d9c" /><Relationship Type="http://schemas.openxmlformats.org/officeDocument/2006/relationships/notesMaster" Target="/ppt/notesMasters/notesMaster1.xml" Id="R8102825c4753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db2bdff5e84377" /><Relationship Type="http://schemas.openxmlformats.org/officeDocument/2006/relationships/notesMaster" Target="/ppt/notesMasters/notesMaster1.xml" Id="Rb5736a6c503e4b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25a1fee23f4403" /><Relationship Type="http://schemas.openxmlformats.org/officeDocument/2006/relationships/notesMaster" Target="/ppt/notesMasters/notesMaster1.xml" Id="R9924f1d97b2548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4595de07dd4aa2" /><Relationship Type="http://schemas.openxmlformats.org/officeDocument/2006/relationships/notesMaster" Target="/ppt/notesMasters/notesMaster1.xml" Id="Rf141ad51aea74c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ed056bbebc4d0a" /><Relationship Type="http://schemas.openxmlformats.org/officeDocument/2006/relationships/notesMaster" Target="/ppt/notesMasters/notesMaster1.xml" Id="R899607f931b14b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f8b16074a24022" /><Relationship Type="http://schemas.openxmlformats.org/officeDocument/2006/relationships/notesMaster" Target="/ppt/notesMasters/notesMaster1.xml" Id="R0bd59a2e49b047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e98ddb0a1a4fe8" /><Relationship Type="http://schemas.openxmlformats.org/officeDocument/2006/relationships/notesMaster" Target="/ppt/notesMasters/notesMaster1.xml" Id="Ra00e99da89d04d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b4ae2da0c547e8" /><Relationship Type="http://schemas.openxmlformats.org/officeDocument/2006/relationships/notesMaster" Target="/ppt/notesMasters/notesMaster1.xml" Id="R6266534ffa4c49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a733dfe7254f9e" /><Relationship Type="http://schemas.openxmlformats.org/officeDocument/2006/relationships/notesMaster" Target="/ppt/notesMasters/notesMaster1.xml" Id="Rbe65c5b67e9f49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5c003b3a154e59" /><Relationship Type="http://schemas.openxmlformats.org/officeDocument/2006/relationships/notesMaster" Target="/ppt/notesMasters/notesMaster1.xml" Id="R554c068a26014b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975e1e20ae4c63" /><Relationship Type="http://schemas.openxmlformats.org/officeDocument/2006/relationships/notesMaster" Target="/ppt/notesMasters/notesMaster1.xml" Id="Rf9337f7497bb43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655729191446c2" /><Relationship Type="http://schemas.openxmlformats.org/officeDocument/2006/relationships/notesMaster" Target="/ppt/notesMasters/notesMaster1.xml" Id="R05102f14919d4d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ee693909574d97" /><Relationship Type="http://schemas.openxmlformats.org/officeDocument/2006/relationships/notesMaster" Target="/ppt/notesMasters/notesMaster1.xml" Id="Rbe0a055ffdd04d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2e8baaf7eb46f0" /><Relationship Type="http://schemas.openxmlformats.org/officeDocument/2006/relationships/notesMaster" Target="/ppt/notesMasters/notesMaster1.xml" Id="R8d8f02f2206342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fb3016ac3840dc" /><Relationship Type="http://schemas.openxmlformats.org/officeDocument/2006/relationships/notesMaster" Target="/ppt/notesMasters/notesMaster1.xml" Id="Rc6e1094d048c49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e831ecd4df488f" /><Relationship Type="http://schemas.openxmlformats.org/officeDocument/2006/relationships/notesMaster" Target="/ppt/notesMasters/notesMaster1.xml" Id="R14063c9fe6b74c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11b7eafde54eed" /><Relationship Type="http://schemas.openxmlformats.org/officeDocument/2006/relationships/notesMaster" Target="/ppt/notesMasters/notesMaster1.xml" Id="R5049f3c2a7d943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6b6b9cdbf748fe" /><Relationship Type="http://schemas.openxmlformats.org/officeDocument/2006/relationships/notesMaster" Target="/ppt/notesMasters/notesMaster1.xml" Id="Rbd7bdf7c7b1e40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31dcabb3d83499a" /><Relationship Type="http://schemas.openxmlformats.org/officeDocument/2006/relationships/notesMaster" Target="/ppt/notesMasters/notesMaster1.xml" Id="R0b2dde67c38b41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c40c713f0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958432abb496e" /><Relationship Type="http://schemas.openxmlformats.org/officeDocument/2006/relationships/slideLayout" Target="/ppt/slideLayouts/slideLayout1.xml" Id="R24a9db3bf459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9db3bf459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d505149e348a6" /><Relationship Type="http://schemas.openxmlformats.org/officeDocument/2006/relationships/image" Target="/ppt/media/image.jpeg" Id="R77bbfd506ed04d11" /><Relationship Type="http://schemas.openxmlformats.org/officeDocument/2006/relationships/notesSlide" Target="/ppt/notesSlides/notesSlide1.xml" Id="Re64618402fc5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45534f44848da" /><Relationship Type="http://schemas.openxmlformats.org/officeDocument/2006/relationships/image" Target="/ppt/media/image2.jpeg" Id="R816c30b926bf498a" /><Relationship Type="http://schemas.openxmlformats.org/officeDocument/2006/relationships/notesSlide" Target="/ppt/notesSlides/notesSlide2.xml" Id="Re35a3b5ab34c41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bdb2bf82440f6" /><Relationship Type="http://schemas.openxmlformats.org/officeDocument/2006/relationships/image" Target="/ppt/media/image3.jpeg" Id="R99de1802976f4b10" /><Relationship Type="http://schemas.openxmlformats.org/officeDocument/2006/relationships/notesSlide" Target="/ppt/notesSlides/notesSlide3.xml" Id="Rcce1f00c6c64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b3181b25b49e9" /><Relationship Type="http://schemas.openxmlformats.org/officeDocument/2006/relationships/image" Target="/ppt/media/image4.jpeg" Id="R6c400c6f933e4e7f" /><Relationship Type="http://schemas.openxmlformats.org/officeDocument/2006/relationships/notesSlide" Target="/ppt/notesSlides/notesSlide4.xml" Id="R89a08436712f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ffd7aca14820" /><Relationship Type="http://schemas.openxmlformats.org/officeDocument/2006/relationships/image" Target="/ppt/media/image5.jpeg" Id="Rfa96d25c95294a2a" /><Relationship Type="http://schemas.openxmlformats.org/officeDocument/2006/relationships/notesSlide" Target="/ppt/notesSlides/notesSlide5.xml" Id="R8e4767b9cadd4e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6daf44f894443" /><Relationship Type="http://schemas.openxmlformats.org/officeDocument/2006/relationships/image" Target="/ppt/media/image6.jpeg" Id="Re9d2cafa7ae641f7" /><Relationship Type="http://schemas.openxmlformats.org/officeDocument/2006/relationships/notesSlide" Target="/ppt/notesSlides/notesSlide6.xml" Id="Rd11795572c6b4d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8bcd2ea9b4419" /><Relationship Type="http://schemas.openxmlformats.org/officeDocument/2006/relationships/image" Target="/ppt/media/image7.jpeg" Id="Rbba837ea0bce4030" /><Relationship Type="http://schemas.openxmlformats.org/officeDocument/2006/relationships/notesSlide" Target="/ppt/notesSlides/notesSlide7.xml" Id="Rd5bdf1fb4c7346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9357f9e504ef3" /><Relationship Type="http://schemas.openxmlformats.org/officeDocument/2006/relationships/image" Target="/ppt/media/image8.jpeg" Id="R33c99c832f08417f" /><Relationship Type="http://schemas.openxmlformats.org/officeDocument/2006/relationships/notesSlide" Target="/ppt/notesSlides/notesSlide8.xml" Id="Rb71d8ab4acce49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79da94b174442" /><Relationship Type="http://schemas.openxmlformats.org/officeDocument/2006/relationships/image" Target="/ppt/media/image9.jpeg" Id="R1f52fe675a8e45b2" /><Relationship Type="http://schemas.openxmlformats.org/officeDocument/2006/relationships/notesSlide" Target="/ppt/notesSlides/notesSlide9.xml" Id="Rdcefe2a121b740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a4f09a0ed498f" /><Relationship Type="http://schemas.openxmlformats.org/officeDocument/2006/relationships/image" Target="/ppt/media/image10.jpeg" Id="R2f7f9cec00354c44" /><Relationship Type="http://schemas.openxmlformats.org/officeDocument/2006/relationships/notesSlide" Target="/ppt/notesSlides/notesSlide10.xml" Id="Rfd53b23e8eda46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aa8c9afcc45e9" /><Relationship Type="http://schemas.openxmlformats.org/officeDocument/2006/relationships/image" Target="/ppt/media/image11.jpeg" Id="R174389c51a524758" /><Relationship Type="http://schemas.openxmlformats.org/officeDocument/2006/relationships/notesSlide" Target="/ppt/notesSlides/notesSlide11.xml" Id="Re4941b08a96643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8f8fd267c4765" /><Relationship Type="http://schemas.openxmlformats.org/officeDocument/2006/relationships/image" Target="/ppt/media/image12.jpeg" Id="R02ff45d224ca4902" /><Relationship Type="http://schemas.openxmlformats.org/officeDocument/2006/relationships/notesSlide" Target="/ppt/notesSlides/notesSlide12.xml" Id="Rc25b79de7e7647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318aa66214ff5" /><Relationship Type="http://schemas.openxmlformats.org/officeDocument/2006/relationships/image" Target="/ppt/media/image13.jpeg" Id="Rb0e805fbbbdb4f00" /><Relationship Type="http://schemas.openxmlformats.org/officeDocument/2006/relationships/notesSlide" Target="/ppt/notesSlides/notesSlide13.xml" Id="R82ffaff8fb3c45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e65d2ef914a63" /><Relationship Type="http://schemas.openxmlformats.org/officeDocument/2006/relationships/image" Target="/ppt/media/image14.jpeg" Id="R46f985662907406f" /><Relationship Type="http://schemas.openxmlformats.org/officeDocument/2006/relationships/notesSlide" Target="/ppt/notesSlides/notesSlide14.xml" Id="R2324d38d02ee44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fc22057e9438a" /><Relationship Type="http://schemas.openxmlformats.org/officeDocument/2006/relationships/image" Target="/ppt/media/image15.jpeg" Id="R3922eb9ffecc4642" /><Relationship Type="http://schemas.openxmlformats.org/officeDocument/2006/relationships/notesSlide" Target="/ppt/notesSlides/notesSlide15.xml" Id="Rb4aea2aae1b247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9acaec0f34273" /><Relationship Type="http://schemas.openxmlformats.org/officeDocument/2006/relationships/image" Target="/ppt/media/image16.jpeg" Id="Rd4751c942b234db4" /><Relationship Type="http://schemas.openxmlformats.org/officeDocument/2006/relationships/notesSlide" Target="/ppt/notesSlides/notesSlide16.xml" Id="Rdd5edaf8f4954b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560996454a12" /><Relationship Type="http://schemas.openxmlformats.org/officeDocument/2006/relationships/image" Target="/ppt/media/image17.jpeg" Id="Rad7146c010ce41d0" /><Relationship Type="http://schemas.openxmlformats.org/officeDocument/2006/relationships/notesSlide" Target="/ppt/notesSlides/notesSlide17.xml" Id="R0c3bc6b2725844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617616a384631" /><Relationship Type="http://schemas.openxmlformats.org/officeDocument/2006/relationships/image" Target="/ppt/media/image18.jpeg" Id="R837633d86ffc44dc" /><Relationship Type="http://schemas.openxmlformats.org/officeDocument/2006/relationships/notesSlide" Target="/ppt/notesSlides/notesSlide18.xml" Id="R618407504b3c47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c383ab3249be" /><Relationship Type="http://schemas.openxmlformats.org/officeDocument/2006/relationships/image" Target="/ppt/media/image19.jpeg" Id="Reba7101bce204bed" /><Relationship Type="http://schemas.openxmlformats.org/officeDocument/2006/relationships/notesSlide" Target="/ppt/notesSlides/notesSlide19.xml" Id="Ra8ddf54aec384f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d7c478ee544da" /><Relationship Type="http://schemas.openxmlformats.org/officeDocument/2006/relationships/image" Target="/ppt/media/image20.jpeg" Id="R0fb37239e4d1463b" /><Relationship Type="http://schemas.openxmlformats.org/officeDocument/2006/relationships/notesSlide" Target="/ppt/notesSlides/notesSlide20.xml" Id="Rf31510b5fc294a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f3877d7414f7a" /><Relationship Type="http://schemas.openxmlformats.org/officeDocument/2006/relationships/image" Target="/ppt/media/image21.jpeg" Id="R220c7dc061434be4" /><Relationship Type="http://schemas.openxmlformats.org/officeDocument/2006/relationships/notesSlide" Target="/ppt/notesSlides/notesSlide21.xml" Id="Rf41b11498e0249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f33b7b83141f1" /><Relationship Type="http://schemas.openxmlformats.org/officeDocument/2006/relationships/image" Target="/ppt/media/image22.jpeg" Id="Reb6dcb7885c84274" /><Relationship Type="http://schemas.openxmlformats.org/officeDocument/2006/relationships/notesSlide" Target="/ppt/notesSlides/notesSlide22.xml" Id="R59158a60c40648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a3c9fb24446f1" /><Relationship Type="http://schemas.openxmlformats.org/officeDocument/2006/relationships/image" Target="/ppt/media/image23.jpeg" Id="R45a2669384a04c01" /><Relationship Type="http://schemas.openxmlformats.org/officeDocument/2006/relationships/notesSlide" Target="/ppt/notesSlides/notesSlide23.xml" Id="R88bbdcb3532f4a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28a328aa94ffd" /><Relationship Type="http://schemas.openxmlformats.org/officeDocument/2006/relationships/image" Target="/ppt/media/image24.jpeg" Id="R7b0d40c364fa4e5c" /><Relationship Type="http://schemas.openxmlformats.org/officeDocument/2006/relationships/notesSlide" Target="/ppt/notesSlides/notesSlide24.xml" Id="Reb7c5643d90e46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bfd506ed04d11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59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c30b926bf498a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68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e1802976f4b10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19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00c6f933e4e7f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73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6d25c95294a2a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10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2cafa7ae641f7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00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837ea0bce4030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74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99c832f08417f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35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2fe675a8e45b2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9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f9cec00354c44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75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389c51a524758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69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f45d224ca4902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038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805fbbbdb4f00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1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985662907406f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640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2eb9ffecc4642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63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51c942b234db4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443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146c010ce41d0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435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633d86ffc44dc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473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101bce204bed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510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37239e4d1463b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724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c7dc061434be4"/>
          <a:stretch xmlns:a="http://schemas.openxmlformats.org/drawingml/2006/main"/>
        </p:blipFill>
        <p:spPr>
          <a:xfrm xmlns:a="http://schemas.openxmlformats.org/drawingml/2006/main">
            <a:off x="0" y="2674988"/>
            <a:ext cx="7562850" cy="53465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514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dcb7885c84274"/>
          <a:stretch xmlns:a="http://schemas.openxmlformats.org/drawingml/2006/main"/>
        </p:blipFill>
        <p:spPr>
          <a:xfrm xmlns:a="http://schemas.openxmlformats.org/drawingml/2006/main">
            <a:off x="0" y="2674988"/>
            <a:ext cx="7562850" cy="53465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35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2669384a04c01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725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d40c364fa4e5c"/>
          <a:stretch xmlns:a="http://schemas.openxmlformats.org/drawingml/2006/main"/>
        </p:blipFill>
        <p:spPr>
          <a:xfrm xmlns:a="http://schemas.openxmlformats.org/drawingml/2006/main">
            <a:off x="0" y="454679"/>
            <a:ext cx="7562850" cy="97872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15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2026-08-20T14:22:16.9330000Z</dcterms:created>
  <dcterms:modified xsi:type="dcterms:W3CDTF">2026-08-20T14:22:16.9330000Z</dcterms:modified>
</coreProperties>
</file>