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c184cfbb60484d" /><Relationship Type="http://schemas.openxmlformats.org/officeDocument/2006/relationships/extended-properties" Target="/docProps/app.xml" Id="Rf78b4058762e4033" /><Relationship Type="http://schemas.openxmlformats.org/officeDocument/2006/relationships/officeDocument" Target="/ppt/presentation.xml" Id="R47df72d8392145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909fe13ff54ceb"/>
  </p:sldMasterIdLst>
  <p:notesMasterIdLst>
    <p:notesMasterId xmlns:r="http://schemas.openxmlformats.org/officeDocument/2006/relationships" r:id="Rb85b410d094b4a11"/>
  </p:notesMasterIdLst>
  <p:sldIdLst>
    <p:sldId xmlns:r="http://schemas.openxmlformats.org/officeDocument/2006/relationships" id="256" r:id="Rc7caa936c23d4bfe"/>
    <p:sldId xmlns:r="http://schemas.openxmlformats.org/officeDocument/2006/relationships" id="257" r:id="R9e0a16f9f50c4d5d"/>
    <p:sldId xmlns:r="http://schemas.openxmlformats.org/officeDocument/2006/relationships" id="258" r:id="R1575c993e4e14f5a"/>
    <p:sldId xmlns:r="http://schemas.openxmlformats.org/officeDocument/2006/relationships" id="259" r:id="R9dedfe34699b4b0d"/>
    <p:sldId xmlns:r="http://schemas.openxmlformats.org/officeDocument/2006/relationships" id="260" r:id="Ra1a918761f594b99"/>
    <p:sldId xmlns:r="http://schemas.openxmlformats.org/officeDocument/2006/relationships" id="261" r:id="R17ae5ea813bf42c1"/>
    <p:sldId xmlns:r="http://schemas.openxmlformats.org/officeDocument/2006/relationships" id="262" r:id="R7432b3bb47e34798"/>
    <p:sldId xmlns:r="http://schemas.openxmlformats.org/officeDocument/2006/relationships" id="263" r:id="R094df1919b274118"/>
    <p:sldId xmlns:r="http://schemas.openxmlformats.org/officeDocument/2006/relationships" id="264" r:id="R365e18a3a90f40f8"/>
    <p:sldId xmlns:r="http://schemas.openxmlformats.org/officeDocument/2006/relationships" id="265" r:id="Ra50e708921204049"/>
    <p:sldId xmlns:r="http://schemas.openxmlformats.org/officeDocument/2006/relationships" id="266" r:id="Rdd50bbc55d554efa"/>
    <p:sldId xmlns:r="http://schemas.openxmlformats.org/officeDocument/2006/relationships" id="267" r:id="R0c240d96f0404fdd"/>
    <p:sldId xmlns:r="http://schemas.openxmlformats.org/officeDocument/2006/relationships" id="268" r:id="Rd306e428c3524085"/>
    <p:sldId xmlns:r="http://schemas.openxmlformats.org/officeDocument/2006/relationships" id="269" r:id="R2eb8e2fae61b4f93"/>
    <p:sldId xmlns:r="http://schemas.openxmlformats.org/officeDocument/2006/relationships" id="270" r:id="R312f5d45845b4069"/>
    <p:sldId xmlns:r="http://schemas.openxmlformats.org/officeDocument/2006/relationships" id="271" r:id="R054a92ac641e466b"/>
    <p:sldId xmlns:r="http://schemas.openxmlformats.org/officeDocument/2006/relationships" id="272" r:id="R2117225382b04ff0"/>
    <p:sldId xmlns:r="http://schemas.openxmlformats.org/officeDocument/2006/relationships" id="273" r:id="R38ab25827e51420b"/>
    <p:sldId xmlns:r="http://schemas.openxmlformats.org/officeDocument/2006/relationships" id="274" r:id="R041ce86f09b14b3f"/>
    <p:sldId xmlns:r="http://schemas.openxmlformats.org/officeDocument/2006/relationships" id="275" r:id="Rd16fe1756a154da2"/>
    <p:sldId xmlns:r="http://schemas.openxmlformats.org/officeDocument/2006/relationships" id="276" r:id="R94c4a2d05f814439"/>
    <p:sldId xmlns:r="http://schemas.openxmlformats.org/officeDocument/2006/relationships" id="277" r:id="R07f070c51f03465d"/>
    <p:sldId xmlns:r="http://schemas.openxmlformats.org/officeDocument/2006/relationships" id="278" r:id="Rdb6afce494f84bad"/>
    <p:sldId xmlns:r="http://schemas.openxmlformats.org/officeDocument/2006/relationships" id="279" r:id="R23e09f1c18ca45c7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08ac180874231" /><Relationship Type="http://schemas.openxmlformats.org/officeDocument/2006/relationships/slideMaster" Target="/ppt/slideMasters/slideMaster1.xml" Id="R4e909fe13ff54ceb" /><Relationship Type="http://schemas.openxmlformats.org/officeDocument/2006/relationships/notesMaster" Target="/ppt/notesMasters/notesMaster1.xml" Id="Rb85b410d094b4a11" /><Relationship Type="http://schemas.openxmlformats.org/officeDocument/2006/relationships/presProps" Target="/ppt/presProps.xml" Id="Rbe880628d9bd46fd" /><Relationship Type="http://schemas.openxmlformats.org/officeDocument/2006/relationships/tableStyles" Target="/ppt/tableStyles.xml" Id="Rb19a4543fd464b87" /><Relationship Type="http://schemas.openxmlformats.org/officeDocument/2006/relationships/slide" Target="/ppt/slides/slide1.xml" Id="Rc7caa936c23d4bfe" /><Relationship Type="http://schemas.openxmlformats.org/officeDocument/2006/relationships/slide" Target="/ppt/slides/slide2.xml" Id="R9e0a16f9f50c4d5d" /><Relationship Type="http://schemas.openxmlformats.org/officeDocument/2006/relationships/slide" Target="/ppt/slides/slide3.xml" Id="R1575c993e4e14f5a" /><Relationship Type="http://schemas.openxmlformats.org/officeDocument/2006/relationships/slide" Target="/ppt/slides/slide4.xml" Id="R9dedfe34699b4b0d" /><Relationship Type="http://schemas.openxmlformats.org/officeDocument/2006/relationships/slide" Target="/ppt/slides/slide5.xml" Id="Ra1a918761f594b99" /><Relationship Type="http://schemas.openxmlformats.org/officeDocument/2006/relationships/slide" Target="/ppt/slides/slide6.xml" Id="R17ae5ea813bf42c1" /><Relationship Type="http://schemas.openxmlformats.org/officeDocument/2006/relationships/slide" Target="/ppt/slides/slide7.xml" Id="R7432b3bb47e34798" /><Relationship Type="http://schemas.openxmlformats.org/officeDocument/2006/relationships/slide" Target="/ppt/slides/slide8.xml" Id="R094df1919b274118" /><Relationship Type="http://schemas.openxmlformats.org/officeDocument/2006/relationships/slide" Target="/ppt/slides/slide9.xml" Id="R365e18a3a90f40f8" /><Relationship Type="http://schemas.openxmlformats.org/officeDocument/2006/relationships/slide" Target="/ppt/slides/slide10.xml" Id="Ra50e708921204049" /><Relationship Type="http://schemas.openxmlformats.org/officeDocument/2006/relationships/slide" Target="/ppt/slides/slide11.xml" Id="Rdd50bbc55d554efa" /><Relationship Type="http://schemas.openxmlformats.org/officeDocument/2006/relationships/slide" Target="/ppt/slides/slide12.xml" Id="R0c240d96f0404fdd" /><Relationship Type="http://schemas.openxmlformats.org/officeDocument/2006/relationships/slide" Target="/ppt/slides/slide13.xml" Id="Rd306e428c3524085" /><Relationship Type="http://schemas.openxmlformats.org/officeDocument/2006/relationships/slide" Target="/ppt/slides/slide14.xml" Id="R2eb8e2fae61b4f93" /><Relationship Type="http://schemas.openxmlformats.org/officeDocument/2006/relationships/slide" Target="/ppt/slides/slide15.xml" Id="R312f5d45845b4069" /><Relationship Type="http://schemas.openxmlformats.org/officeDocument/2006/relationships/slide" Target="/ppt/slides/slide16.xml" Id="R054a92ac641e466b" /><Relationship Type="http://schemas.openxmlformats.org/officeDocument/2006/relationships/slide" Target="/ppt/slides/slide17.xml" Id="R2117225382b04ff0" /><Relationship Type="http://schemas.openxmlformats.org/officeDocument/2006/relationships/slide" Target="/ppt/slides/slide18.xml" Id="R38ab25827e51420b" /><Relationship Type="http://schemas.openxmlformats.org/officeDocument/2006/relationships/slide" Target="/ppt/slides/slide19.xml" Id="R041ce86f09b14b3f" /><Relationship Type="http://schemas.openxmlformats.org/officeDocument/2006/relationships/slide" Target="/ppt/slides/slide20.xml" Id="Rd16fe1756a154da2" /><Relationship Type="http://schemas.openxmlformats.org/officeDocument/2006/relationships/slide" Target="/ppt/slides/slide21.xml" Id="R94c4a2d05f814439" /><Relationship Type="http://schemas.openxmlformats.org/officeDocument/2006/relationships/slide" Target="/ppt/slides/slide22.xml" Id="R07f070c51f03465d" /><Relationship Type="http://schemas.openxmlformats.org/officeDocument/2006/relationships/slide" Target="/ppt/slides/slide23.xml" Id="Rdb6afce494f84bad" /><Relationship Type="http://schemas.openxmlformats.org/officeDocument/2006/relationships/slide" Target="/ppt/slides/slide24.xml" Id="R23e09f1c18ca45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5281929e643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7cd212062c400c" /><Relationship Type="http://schemas.openxmlformats.org/officeDocument/2006/relationships/notesMaster" Target="/ppt/notesMasters/notesMaster1.xml" Id="Ra5d45fbeb38347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aa5b968dda43ee" /><Relationship Type="http://schemas.openxmlformats.org/officeDocument/2006/relationships/notesMaster" Target="/ppt/notesMasters/notesMaster1.xml" Id="R7ff94ec68ae84b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d336af101496c" /><Relationship Type="http://schemas.openxmlformats.org/officeDocument/2006/relationships/notesMaster" Target="/ppt/notesMasters/notesMaster1.xml" Id="R351f88c721cb48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7a6095c4340e1" /><Relationship Type="http://schemas.openxmlformats.org/officeDocument/2006/relationships/notesMaster" Target="/ppt/notesMasters/notesMaster1.xml" Id="Rb177ddb9fc0e48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36e5f2cf0b48ca" /><Relationship Type="http://schemas.openxmlformats.org/officeDocument/2006/relationships/notesMaster" Target="/ppt/notesMasters/notesMaster1.xml" Id="Rf9f123c979784f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09886b564e47d9" /><Relationship Type="http://schemas.openxmlformats.org/officeDocument/2006/relationships/notesMaster" Target="/ppt/notesMasters/notesMaster1.xml" Id="R5ab582f814334d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4f0c99ca324796" /><Relationship Type="http://schemas.openxmlformats.org/officeDocument/2006/relationships/notesMaster" Target="/ppt/notesMasters/notesMaster1.xml" Id="R3e8921dffdc742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dff8aebefd4cdf" /><Relationship Type="http://schemas.openxmlformats.org/officeDocument/2006/relationships/notesMaster" Target="/ppt/notesMasters/notesMaster1.xml" Id="R5094f9cfca284e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2f899ce9804ac4" /><Relationship Type="http://schemas.openxmlformats.org/officeDocument/2006/relationships/notesMaster" Target="/ppt/notesMasters/notesMaster1.xml" Id="R00fbd6ff4a604c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0809cf6f2e4724" /><Relationship Type="http://schemas.openxmlformats.org/officeDocument/2006/relationships/notesMaster" Target="/ppt/notesMasters/notesMaster1.xml" Id="R67d2629fec0340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d6e1713db14379" /><Relationship Type="http://schemas.openxmlformats.org/officeDocument/2006/relationships/notesMaster" Target="/ppt/notesMasters/notesMaster1.xml" Id="R786e43f29f8842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69793478141fd" /><Relationship Type="http://schemas.openxmlformats.org/officeDocument/2006/relationships/notesMaster" Target="/ppt/notesMasters/notesMaster1.xml" Id="R9cbfdd88308f44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8ba93aa1cb4207" /><Relationship Type="http://schemas.openxmlformats.org/officeDocument/2006/relationships/notesMaster" Target="/ppt/notesMasters/notesMaster1.xml" Id="R9e482e28408a45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7c121e9ffc47af" /><Relationship Type="http://schemas.openxmlformats.org/officeDocument/2006/relationships/notesMaster" Target="/ppt/notesMasters/notesMaster1.xml" Id="R975f6325f8bf4b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45f7c2d9b54f76" /><Relationship Type="http://schemas.openxmlformats.org/officeDocument/2006/relationships/notesMaster" Target="/ppt/notesMasters/notesMaster1.xml" Id="Ra974d8338a0844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0653f52f854423" /><Relationship Type="http://schemas.openxmlformats.org/officeDocument/2006/relationships/notesMaster" Target="/ppt/notesMasters/notesMaster1.xml" Id="R290c65a3d26b44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01a2df983464c82" /><Relationship Type="http://schemas.openxmlformats.org/officeDocument/2006/relationships/notesMaster" Target="/ppt/notesMasters/notesMaster1.xml" Id="R60dac30365e846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c7a568f0f74672" /><Relationship Type="http://schemas.openxmlformats.org/officeDocument/2006/relationships/notesMaster" Target="/ppt/notesMasters/notesMaster1.xml" Id="Rb07f32740a9e4d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8a8033dd9f4945" /><Relationship Type="http://schemas.openxmlformats.org/officeDocument/2006/relationships/notesMaster" Target="/ppt/notesMasters/notesMaster1.xml" Id="R47e5f22e482944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e5bc3d0a7c4329" /><Relationship Type="http://schemas.openxmlformats.org/officeDocument/2006/relationships/notesMaster" Target="/ppt/notesMasters/notesMaster1.xml" Id="R4f3fe44bc2494b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9debc0c08a48d2" /><Relationship Type="http://schemas.openxmlformats.org/officeDocument/2006/relationships/notesMaster" Target="/ppt/notesMasters/notesMaster1.xml" Id="R57404ac4a9614a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e6c83db436404f" /><Relationship Type="http://schemas.openxmlformats.org/officeDocument/2006/relationships/notesMaster" Target="/ppt/notesMasters/notesMaster1.xml" Id="R221f8bb3e9c346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0041ebf529f4da4" /><Relationship Type="http://schemas.openxmlformats.org/officeDocument/2006/relationships/notesMaster" Target="/ppt/notesMasters/notesMaster1.xml" Id="R98bcbccf8c0c453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845aaaf98a451b" /><Relationship Type="http://schemas.openxmlformats.org/officeDocument/2006/relationships/notesMaster" Target="/ppt/notesMasters/notesMaster1.xml" Id="R0d810802a3d043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5fae9c48f448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20c097f614424" /><Relationship Type="http://schemas.openxmlformats.org/officeDocument/2006/relationships/slideLayout" Target="/ppt/slideLayouts/slideLayout1.xml" Id="Rda187d3d131644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187d3d131644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706f1eea54aa9" /><Relationship Type="http://schemas.openxmlformats.org/officeDocument/2006/relationships/image" Target="/ppt/media/image.jpeg" Id="R19a027b8ea7840f2" /><Relationship Type="http://schemas.openxmlformats.org/officeDocument/2006/relationships/notesSlide" Target="/ppt/notesSlides/notesSlide1.xml" Id="R2e3c9de2e4dd4f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9121c3aac4e69" /><Relationship Type="http://schemas.openxmlformats.org/officeDocument/2006/relationships/image" Target="/ppt/media/image2.jpeg" Id="R9e8d106c0a9043b1" /><Relationship Type="http://schemas.openxmlformats.org/officeDocument/2006/relationships/notesSlide" Target="/ppt/notesSlides/notesSlide2.xml" Id="Ra1911834252a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8e0072f7c450f" /><Relationship Type="http://schemas.openxmlformats.org/officeDocument/2006/relationships/image" Target="/ppt/media/image3.jpeg" Id="Rc9410475dbbf4f14" /><Relationship Type="http://schemas.openxmlformats.org/officeDocument/2006/relationships/notesSlide" Target="/ppt/notesSlides/notesSlide3.xml" Id="R3419d0409b71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4a9de233842b7" /><Relationship Type="http://schemas.openxmlformats.org/officeDocument/2006/relationships/image" Target="/ppt/media/image4.jpeg" Id="Rc57c3d9b683b4d07" /><Relationship Type="http://schemas.openxmlformats.org/officeDocument/2006/relationships/notesSlide" Target="/ppt/notesSlides/notesSlide4.xml" Id="Rba9b921d48e745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3cc25544c4266" /><Relationship Type="http://schemas.openxmlformats.org/officeDocument/2006/relationships/image" Target="/ppt/media/image5.jpeg" Id="R42f56720e80745c2" /><Relationship Type="http://schemas.openxmlformats.org/officeDocument/2006/relationships/notesSlide" Target="/ppt/notesSlides/notesSlide5.xml" Id="Rf5338a0c22ae47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af77957424402" /><Relationship Type="http://schemas.openxmlformats.org/officeDocument/2006/relationships/image" Target="/ppt/media/image6.jpeg" Id="Rc8989c3732714547" /><Relationship Type="http://schemas.openxmlformats.org/officeDocument/2006/relationships/notesSlide" Target="/ppt/notesSlides/notesSlide6.xml" Id="R17e5adca828c44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8e733d6de4a22" /><Relationship Type="http://schemas.openxmlformats.org/officeDocument/2006/relationships/image" Target="/ppt/media/image7.jpeg" Id="Rad3bf644cd5d4a95" /><Relationship Type="http://schemas.openxmlformats.org/officeDocument/2006/relationships/notesSlide" Target="/ppt/notesSlides/notesSlide7.xml" Id="Rad5c8c85c87e40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bd9bb78514298" /><Relationship Type="http://schemas.openxmlformats.org/officeDocument/2006/relationships/image" Target="/ppt/media/image8.jpeg" Id="R07a883a50dd84166" /><Relationship Type="http://schemas.openxmlformats.org/officeDocument/2006/relationships/notesSlide" Target="/ppt/notesSlides/notesSlide8.xml" Id="Rdb37af655d2a4d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178d83cd94e78" /><Relationship Type="http://schemas.openxmlformats.org/officeDocument/2006/relationships/image" Target="/ppt/media/image9.jpeg" Id="R5e9f2294c31f4c4c" /><Relationship Type="http://schemas.openxmlformats.org/officeDocument/2006/relationships/notesSlide" Target="/ppt/notesSlides/notesSlide9.xml" Id="R30c6e74defb342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bf10e84d84745" /><Relationship Type="http://schemas.openxmlformats.org/officeDocument/2006/relationships/image" Target="/ppt/media/image10.jpeg" Id="Rc68d70d306a748cb" /><Relationship Type="http://schemas.openxmlformats.org/officeDocument/2006/relationships/notesSlide" Target="/ppt/notesSlides/notesSlide10.xml" Id="R6ece91dfab2346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20ee53136414b" /><Relationship Type="http://schemas.openxmlformats.org/officeDocument/2006/relationships/image" Target="/ppt/media/image11.jpeg" Id="Rd23895b6cd2e41a6" /><Relationship Type="http://schemas.openxmlformats.org/officeDocument/2006/relationships/notesSlide" Target="/ppt/notesSlides/notesSlide11.xml" Id="Ra8160a5fc85e4f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3c423b528447c" /><Relationship Type="http://schemas.openxmlformats.org/officeDocument/2006/relationships/image" Target="/ppt/media/image12.jpeg" Id="R8630e61fed0d424d" /><Relationship Type="http://schemas.openxmlformats.org/officeDocument/2006/relationships/notesSlide" Target="/ppt/notesSlides/notesSlide12.xml" Id="Rba43e2a9d4d14a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32ca0826b487e" /><Relationship Type="http://schemas.openxmlformats.org/officeDocument/2006/relationships/image" Target="/ppt/media/image13.jpeg" Id="Ra50ca97c54494f6c" /><Relationship Type="http://schemas.openxmlformats.org/officeDocument/2006/relationships/notesSlide" Target="/ppt/notesSlides/notesSlide13.xml" Id="Re75cb0232c734b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e1a1785724c5f" /><Relationship Type="http://schemas.openxmlformats.org/officeDocument/2006/relationships/image" Target="/ppt/media/image14.jpeg" Id="R1aa6f0bad6864e57" /><Relationship Type="http://schemas.openxmlformats.org/officeDocument/2006/relationships/notesSlide" Target="/ppt/notesSlides/notesSlide14.xml" Id="R83e2ab3de68245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9905a4b3a48e7" /><Relationship Type="http://schemas.openxmlformats.org/officeDocument/2006/relationships/image" Target="/ppt/media/image15.jpeg" Id="Rc8c1128fbcd84841" /><Relationship Type="http://schemas.openxmlformats.org/officeDocument/2006/relationships/notesSlide" Target="/ppt/notesSlides/notesSlide15.xml" Id="R39916e4106e84a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3f7aa8abc413e" /><Relationship Type="http://schemas.openxmlformats.org/officeDocument/2006/relationships/image" Target="/ppt/media/image16.jpeg" Id="Rdb5585d02eac445f" /><Relationship Type="http://schemas.openxmlformats.org/officeDocument/2006/relationships/notesSlide" Target="/ppt/notesSlides/notesSlide16.xml" Id="Re366818eac1d4c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5d07a83d24f32" /><Relationship Type="http://schemas.openxmlformats.org/officeDocument/2006/relationships/image" Target="/ppt/media/image17.jpeg" Id="R0a37375841854bcc" /><Relationship Type="http://schemas.openxmlformats.org/officeDocument/2006/relationships/notesSlide" Target="/ppt/notesSlides/notesSlide17.xml" Id="R02caab10fc9f44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a94bdbad7417c" /><Relationship Type="http://schemas.openxmlformats.org/officeDocument/2006/relationships/image" Target="/ppt/media/image18.jpeg" Id="R294c0fe743914ae6" /><Relationship Type="http://schemas.openxmlformats.org/officeDocument/2006/relationships/notesSlide" Target="/ppt/notesSlides/notesSlide18.xml" Id="Rd14eb452a2204a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ad22b3dc9497c" /><Relationship Type="http://schemas.openxmlformats.org/officeDocument/2006/relationships/image" Target="/ppt/media/image19.jpeg" Id="R87ea0cd149774a70" /><Relationship Type="http://schemas.openxmlformats.org/officeDocument/2006/relationships/notesSlide" Target="/ppt/notesSlides/notesSlide19.xml" Id="Rc0a97693a1d546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0e67f4b0b4b20" /><Relationship Type="http://schemas.openxmlformats.org/officeDocument/2006/relationships/image" Target="/ppt/media/image20.jpeg" Id="R91235ed036674fc3" /><Relationship Type="http://schemas.openxmlformats.org/officeDocument/2006/relationships/notesSlide" Target="/ppt/notesSlides/notesSlide20.xml" Id="R81132ca4924248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c185d9ad54270" /><Relationship Type="http://schemas.openxmlformats.org/officeDocument/2006/relationships/image" Target="/ppt/media/image21.jpeg" Id="Rd5c5e91ff9de4b93" /><Relationship Type="http://schemas.openxmlformats.org/officeDocument/2006/relationships/notesSlide" Target="/ppt/notesSlides/notesSlide21.xml" Id="R72ebf71f13034e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01778a9ed405b" /><Relationship Type="http://schemas.openxmlformats.org/officeDocument/2006/relationships/image" Target="/ppt/media/image22.jpeg" Id="R7b8fb191ffdb4446" /><Relationship Type="http://schemas.openxmlformats.org/officeDocument/2006/relationships/notesSlide" Target="/ppt/notesSlides/notesSlide22.xml" Id="R3fc449f874594b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55ce8c487432f" /><Relationship Type="http://schemas.openxmlformats.org/officeDocument/2006/relationships/image" Target="/ppt/media/image23.jpeg" Id="R5f14b46965534e72" /><Relationship Type="http://schemas.openxmlformats.org/officeDocument/2006/relationships/notesSlide" Target="/ppt/notesSlides/notesSlide23.xml" Id="R6b634eb5d72a43c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521bdeb1c4fb4" /><Relationship Type="http://schemas.openxmlformats.org/officeDocument/2006/relationships/image" Target="/ppt/media/image24.jpeg" Id="R40db21b9316d405b" /><Relationship Type="http://schemas.openxmlformats.org/officeDocument/2006/relationships/notesSlide" Target="/ppt/notesSlides/notesSlide24.xml" Id="Raeea263df8b44e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027b8ea7840f2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32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d106c0a9043b1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35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10475dbbf4f14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57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c3d9b683b4d07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02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56720e80745c2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30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89c3732714547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02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bf644cd5d4a95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00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883a50dd84166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90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f2294c31f4c4c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25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d70d306a748cb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690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895b6cd2e41a6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9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0e61fed0d424d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ca97c54494f6c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825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6f0bad6864e57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929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1128fbcd84841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914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585d02eac445f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54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7375841854bcc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474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c0fe743914ae6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91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a0cd149774a70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889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35ed036674fc3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109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e91ff9de4b93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161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fb191ffdb4446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893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4b46965534e72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68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b21b9316d405b"/>
          <a:stretch xmlns:a="http://schemas.openxmlformats.org/drawingml/2006/main"/>
        </p:blipFill>
        <p:spPr>
          <a:xfrm xmlns:a="http://schemas.openxmlformats.org/drawingml/2006/main">
            <a:off x="0" y="0"/>
            <a:ext cx="7772400" cy="10058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83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2026-08-21T04:16:19.1260000Z</dcterms:created>
  <dcterms:modified xsi:type="dcterms:W3CDTF">2026-08-21T04:16:19.1260000Z</dcterms:modified>
</coreProperties>
</file>